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Run your gym from one connected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A branded gym management system, POS, and member app working together in real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Give owners one place to manage operations, revenue, and member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Give staff a faster way to ring up services, products, and outstanding balances.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Give members a self-service app for purchases, bookings, payments, and door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Hero screenshots: admin dashboard beside branded member app home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The owner problem: too many systems, too many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Most gyms stitch together separate tools for payments, scheduling, access, reporting, and member communication.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Disconnected systems create duplicate work for staff and owners.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Member purchases, credits, bookings, and access can fall out of sync.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Reporting becomes reactive because the data lives in too many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Before/after graphic or screenshots of separate tools being replaced.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The competitive edge: three products in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Gym management, POS, and member app are integrated into one product instead of bolted together after the 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Manage members, plans, packs, classes, PT, staff workflows, leads, and waivers.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Sell memberships, services, class packs, PT packs, products, and balances from the same flow.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Let members buy, book, pay, and unlock the door without waiting at the front desk.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Three-panel screenshot: admin area, POS/cart, member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A command center for owners and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The admin area gives the team the daily operating view they need without jumping between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Members, trainers, bookings, master schedule, services, plans, subscriptions, discounts, and leads.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Money owed, transactions, sales, open credits, expirations, and PT/class session tracking.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Role-aware access for owners, staff, trainers, and members.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Admin dashboard plus sidebar navigation.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POS built for gym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Sell services and products whenever the member is ready, whether they are in the app or standing at the desk.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Members can purchase memberships, class packs, PT packs, classes, and services in their own app.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Staff can ring up purchases, collect money owed, or charge a card on file when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Stripe Checkout and front-desk terminal flows keep payment options flexible.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Cart/checkout screen, front desk payment flow, or money owed collection.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A member app that actually drives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Members get a branded home base for the things they do most often at the gym.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Book classes and personal training, view upcoming bookings, and manage active subscriptions.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Purchase credits, packs, memberships, and gym services from their phone.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Optional member wellness features include workouts, macros, weigh-ins, and progress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Member home screen, class booking, PT booking, or purchase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Members can even open the door with the dang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Optional door access integration turns the member app into part of the physical gym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Eligible members can unlock the door from the app.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Door events can feed check-ins and occupancy views for the owner and staff.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Access can stay tied to membership status, renewals, expirations, and failed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Member unlock button plus admin occupancy/check-in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Scheduling, classes, and PT stay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Owners can run the schedule while members book and pay from the same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Master schedule for classes and trainer availability.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Class bookings, PT bookings, packs, and credits can all connect to checkout.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Staff and trainers can see the information they need without a separate scheduling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Master schedule, class booking screen, or trainer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Real-time updates for members, staff, and 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When someone purchases, books, checks in, or pays, the relevant areas update quickly across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Owners see current sales, owed balances, bookings, occupancy, and check-ins.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Staff can act on the same member and payment data members use in the app.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Members see bookings, credits, purchases, and access status without waiting for manual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Side-by-side screenshots showing one action reflected in admin and member areas.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Reporting that helps owners act sooner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The platform turns everyday gym activity into usable business insight.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Sales reporting by date range and category.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Occupancy and check-in analytics for staffing, programming, and peak-hour decisions.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Visibility into subscriptions, expirations, transactions, credits, and money 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Sales report, analytics dashboard, or today's check-ins chart.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Your gym, your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Both the POS/admin area and the member app can be customized with the gym's brand colors and logo.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Make the member app feel like an extension of the gym, not a generic third-party portal.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Match admin/POS surfaces to the brand staff already know.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Support gym-specific settings, open hours, waiver assets, and optional feature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Brand mockup: logo placement, color palette, admin theme, member app theme.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868680" cy="30175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Aptos"/>
              </a:rP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5440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Why gym owners choose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84248"/>
            <a:ext cx="5440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ptos"/>
              </a:rPr>
              <a:t>It replaces scattered tools with one product that sells, manages, schedules, reports, and opens the door.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16352"/>
            <a:ext cx="10515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521208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Fewer systems to manage.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More ways to capture revenue at the exact moment members are ready to buy.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A smoother member experience that keeps the gym's brand front and center.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463040"/>
            <a:ext cx="4663440" cy="438912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ADD SCREENSHOT HERE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CBD5E1"/>
                </a:solidFill>
                <a:latin typeface="Aptos"/>
              </a:rPr>
              <a:t>Closing screenshot collage or logo lockup with CTA: Book a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The Fox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282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